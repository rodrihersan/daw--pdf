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Plus Jakarta Sans"/>
      <p: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6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272855"/>
            <a:ext cx="809625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880294"/>
            <a:ext cx="1562100" cy="28575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272855"/>
            <a:ext cx="80962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2394644"/>
            <a:ext cx="5625703" cy="7200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sz="5400" b="1" i="0" u="none">
                <a:solidFill>
                  <a:srgbClr val="FFFFFF"/>
                </a:solidFill>
                <a:latin typeface="Plus Jakarta Sans"/>
              </a:rPr>
              <a:t>CARS </a:t>
            </a:r>
            <a:r>
              <a:rPr sz="5400" b="1" i="0" u="none">
                <a:solidFill>
                  <a:srgbClr val="F59E0B"/>
                </a:solidFill>
                <a:latin typeface="Plus Jakarta Sans"/>
              </a:rPr>
              <a:t>(2006)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05175"/>
            <a:ext cx="6953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Plus Jakarta Sans"/>
              </a:rPr>
              <a:t>El punto de inflexión técnico y narrativo que transformó la nostalgia de la Ruta 66 en un fenómeno cultural global.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937444"/>
            <a:ext cx="1352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DISNEY · PIXAR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23157"/>
            <a:ext cx="2035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4A3B8"/>
                </a:solidFill>
                <a:latin typeface="Plus Jakarta Sans"/>
              </a:rPr>
              <a:t>| LARGOMETRAJE N°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49080"/>
            <a:ext cx="1702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ESTRENO MUNDIAL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758630"/>
            <a:ext cx="17025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9 de Junio, 2006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475" y="4549080"/>
            <a:ext cx="1409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DIRECCIÓN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6475" y="4758630"/>
            <a:ext cx="14097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John Lasseter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5225" y="4549080"/>
            <a:ext cx="12477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Plus Jakarta Sans"/>
              </a:rPr>
              <a:t>PRESUPUESTO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5225" y="4758630"/>
            <a:ext cx="1247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$120M USD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05037"/>
            <a:ext cx="52578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452812"/>
            <a:ext cx="525780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500562"/>
            <a:ext cx="52578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205037"/>
            <a:ext cx="38100" cy="10572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452812"/>
            <a:ext cx="38100" cy="857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00562"/>
            <a:ext cx="38100" cy="10572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71687"/>
            <a:ext cx="52578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71687"/>
            <a:ext cx="52578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SINOPSIS Y TRAMA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El Viaje hacia la Copa Pistón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95537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La Ambición del Novato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671762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Rayo McQueen: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Joven corredor arrogante obsesionado con la victoria.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643312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 El Desvío Inesperado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19537"/>
            <a:ext cx="6048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Radiador Springs: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Accidente que detiene su camino a la gran final.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691062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 La Verdadera Victoria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967287"/>
            <a:ext cx="4933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Transformación: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Descubrimiento del espíritu deportivo sobre la fama.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14650"/>
            <a:ext cx="2600325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914650"/>
            <a:ext cx="2600325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914650"/>
            <a:ext cx="2600325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914650"/>
            <a:ext cx="2600325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914650"/>
            <a:ext cx="2600325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00425" y="2914650"/>
            <a:ext cx="2600325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0" y="2914650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82075" y="2914650"/>
            <a:ext cx="2600325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19450"/>
            <a:ext cx="33337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219450"/>
            <a:ext cx="33337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321945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0675" y="3219450"/>
            <a:ext cx="30480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GALERÍA DE PERSONAJES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Figuras Centrales de la Historia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38550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Rayo McQueen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952875"/>
            <a:ext cx="2238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Novato talentoso en busca del patrocinio Dinoco.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9025" y="3638550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9025" y="3952875"/>
            <a:ext cx="2238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Grúa leal que enseña el valor del compañerismo.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638550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Sally Carrera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3952875"/>
            <a:ext cx="2238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Abogada defensora de la historia del pueblo.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0675" y="3638550"/>
            <a:ext cx="281285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Doc Hudson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0675" y="3952875"/>
            <a:ext cx="22383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Tricampeón legendario y mentor del joven piloto.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02635" y="3857625"/>
            <a:ext cx="477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52637"/>
            <a:ext cx="573583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52637"/>
            <a:ext cx="5735835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EL ESCENARIO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Radiador Springs: El Pueblo Olvidado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2635" y="2926258"/>
            <a:ext cx="538936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Víctima del Progreso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2635" y="3240583"/>
            <a:ext cx="4875014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Un próspero hito de la Ruta 66 aislado tras la construcción de la autopista interestatal.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2635" y="4057650"/>
            <a:ext cx="538936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Catalizador del Cambio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2635" y="4371975"/>
            <a:ext cx="4875014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El ritmo pausado del pueblo obliga a McQueen a reflexionar sobre sus prioridades humanas.</a:t>
            </a:r>
          </a:p>
        </p:txBody>
      </p:sp>
      <p:pic>
        <p:nvPicPr>
          <p:cNvPr id="1026" name="Picture 2" descr="Route 66: The Real-Life Inspiration Behind The Movie Cars">
            <a:extLst>
              <a:ext uri="{FF2B5EF4-FFF2-40B4-BE49-F238E27FC236}">
                <a16:creationId xmlns:a16="http://schemas.microsoft.com/office/drawing/2014/main" id="{619A4934-E016-4D06-8CD2-783AA1A4F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8478"/>
            <a:ext cx="5735835" cy="361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81287"/>
            <a:ext cx="34797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6050" y="2681287"/>
            <a:ext cx="34797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02500" y="2681287"/>
            <a:ext cx="3479750" cy="2171700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02418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750" y="30241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200" y="302418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315753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2287" y="3157537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550" y="315753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MENSAJE Y NARRATIVA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Temas Centrales de la Película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671887"/>
            <a:ext cx="38670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La Humildad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052887"/>
            <a:ext cx="304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Aceptar que el éxito requiere del trabajo en equipo.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750" y="3671887"/>
            <a:ext cx="38670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La Amistad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2750" y="4052887"/>
            <a:ext cx="304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Construir vínculos genuinos por encima del reconocimiento efímero.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9200" y="3671887"/>
            <a:ext cx="38227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El Proceso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9200" y="4052887"/>
            <a:ext cx="304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Disfrutar del camino sin prisa obsesiva por el destino.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0275" y="2918519"/>
            <a:ext cx="5572125" cy="1887735"/>
          </a:xfrm>
          <a:prstGeom prst="roundRect">
            <a:avLst>
              <a:gd name="adj" fmla="val 60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86050"/>
            <a:ext cx="228600" cy="228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71875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457700"/>
            <a:ext cx="28575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DETRÁS DE CÁMARAS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Producción y Tecnología de Vanguardia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232844"/>
            <a:ext cx="5867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HITO TECNOLÓGICO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3518594"/>
            <a:ext cx="50387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lus Jakarta Sans"/>
              </a:rPr>
              <a:t>"Cada fotograma tomaba hasta 17 horas de renderizado."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4310955"/>
            <a:ext cx="5867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— Pixar Animation Studios Technical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647950"/>
            <a:ext cx="59882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Viaje de Investigación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905125"/>
            <a:ext cx="4657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El equipo recorrió la Ruta 66 entrevistando locales y documentando paisajes icónicos.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533775"/>
            <a:ext cx="59882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Uso de Ray Tracing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3790950"/>
            <a:ext cx="46577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Primer largometraje de Pixar en usar trazado de rayos para reflejos metálicos precisos.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750" y="4419600"/>
            <a:ext cx="59132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Dirección de John Lasseter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4676775"/>
            <a:ext cx="46005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Inspirado por su pasión personal por el automovilismo y los viajes familiares.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7975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47975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47975"/>
            <a:ext cx="3454449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62300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16230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2424" y="31623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MÚSICA Y AMBIENTACIÓN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Banda Sonora e Identidad Musical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57600"/>
            <a:ext cx="37088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Randy Newman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71925"/>
            <a:ext cx="29210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Composición orquestal original y el emotivo tema principal "Our Town".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657600"/>
            <a:ext cx="37088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"Life is a Highway"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3971925"/>
            <a:ext cx="29210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Versión icónica de Rascal Flatts que se convirtió en un éxito radial mundial.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2424" y="3657600"/>
            <a:ext cx="370886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Artistas Destacados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2424" y="3971925"/>
            <a:ext cx="29210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Colaboraciones de Sheryl Crow, James Taylor y Brad Paisley.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5600"/>
            <a:ext cx="3454449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95600"/>
            <a:ext cx="3454449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95600"/>
            <a:ext cx="3454449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IMPACTO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Recepción y Taquilla Mundial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793" y="3200400"/>
            <a:ext cx="3556062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DC2626"/>
                </a:solidFill>
                <a:latin typeface="Plus Jakarta Sans"/>
              </a:rPr>
              <a:t>$462M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8793" y="3924300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Recaudación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793" y="4162425"/>
            <a:ext cx="355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Éxito masivo en salas de cine.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43" y="3200400"/>
            <a:ext cx="3556062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$10B+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43" y="3924300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Ventas en Merchandising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43" y="4162425"/>
            <a:ext cx="355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RRecord histórico en juguetes.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7293" y="3200400"/>
            <a:ext cx="3556062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16A34A"/>
                </a:solidFill>
                <a:latin typeface="Plus Jakarta Sans"/>
              </a:rPr>
              <a:t>2007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93" y="3924300"/>
            <a:ext cx="3556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Golden Globe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93" y="4162425"/>
            <a:ext cx="3556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Mejor Película de Animación.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4175"/>
            <a:ext cx="4779764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00450"/>
            <a:ext cx="4779764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76725"/>
            <a:ext cx="4779764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564" y="2243137"/>
            <a:ext cx="5735835" cy="3238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564" y="2243137"/>
            <a:ext cx="5735835" cy="323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EXPANSIÓN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Legado y Franquicia Multimedial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086100"/>
            <a:ext cx="57483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Trilogía cinematográfica (Cars 2 y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762375"/>
            <a:ext cx="57483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Series y cortos (Cars Toons, Cars en el Camino)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438650"/>
            <a:ext cx="57483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Cars Land en Disney California Adventure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91200" y="471100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95912" y="2108894"/>
            <a:ext cx="1400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DC2626"/>
                </a:solidFill>
                <a:latin typeface="Plus Jakarta Sans"/>
              </a:rPr>
              <a:t>CONCLUSIÓN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835" y="2432744"/>
            <a:ext cx="10626328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Un Clásico Moderno del Cine de Animación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758505"/>
            <a:ext cx="83343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1" u="none">
                <a:solidFill>
                  <a:srgbClr val="94A3B8"/>
                </a:solidFill>
                <a:latin typeface="Plus Jakarta Sans"/>
              </a:rPr>
              <a:t>Cars</a:t>
            </a:r>
            <a:r>
              <a:rPr sz="1500" b="0" i="0" u="none">
                <a:solidFill>
                  <a:srgbClr val="94A3B8"/>
                </a:solidFill>
                <a:latin typeface="Plus Jakarta Sans"/>
              </a:rPr>
              <a:t> redefinió los estándares visuales de Pixar y revitalizó el interés cultural por la histórica Ruta 66 de los Estados Unidos.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472</Words>
  <Application>Microsoft Office PowerPoint</Application>
  <PresentationFormat>Panorámica</PresentationFormat>
  <Paragraphs>80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alumnofp</dc:creator>
  <cp:keywords/>
  <dc:description>generated using python-pptx</dc:description>
  <cp:lastModifiedBy>Rodrigo Hernández Sánchez</cp:lastModifiedBy>
  <cp:revision>2</cp:revision>
  <dcterms:created xsi:type="dcterms:W3CDTF">2013-01-27T09:14:16Z</dcterms:created>
  <dcterms:modified xsi:type="dcterms:W3CDTF">2026-09-29T11:55:00Z</dcterms:modified>
  <cp:category/>
</cp:coreProperties>
</file>